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20"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A2325F-546B-49D5-B2A3-127B5E17E6E3}" type="datetimeFigureOut">
              <a:rPr lang="en-IN" smtClean="0"/>
              <a:t>27-11-2024</a:t>
            </a:fld>
            <a:endParaRPr lang="en-IN"/>
          </a:p>
        </p:txBody>
      </p:sp>
      <p:sp>
        <p:nvSpPr>
          <p:cNvPr id="5" name="Footer Placeholder 4"/>
          <p:cNvSpPr>
            <a:spLocks noGrp="1"/>
          </p:cNvSpPr>
          <p:nvPr>
            <p:ph type="ftr" sz="quarter" idx="11"/>
          </p:nvPr>
        </p:nvSpPr>
        <p:spPr>
          <a:xfrm>
            <a:off x="2493105" y="329307"/>
            <a:ext cx="4897310"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2A0CF367-FD27-4A30-ADDC-32A3677390D1}" type="slidenum">
              <a:rPr lang="en-IN" smtClean="0"/>
              <a:t>‹#›</a:t>
            </a:fld>
            <a:endParaRPr lang="en-IN"/>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215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A2325F-546B-49D5-B2A3-127B5E17E6E3}" type="datetimeFigureOut">
              <a:rPr lang="en-IN" smtClean="0"/>
              <a:t>27-11-2024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CF367-FD27-4A30-ADDC-32A3677390D1}" type="slidenum">
              <a:rPr lang="en-IN" smtClean="0"/>
              <a:t>‹#›</a:t>
            </a:fld>
            <a:endParaRPr lang="en-IN"/>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13427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A2325F-546B-49D5-B2A3-127B5E17E6E3}" type="datetimeFigureOut">
              <a:rPr lang="en-IN" smtClean="0"/>
              <a:t>27-11-2024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CF367-FD27-4A30-ADDC-32A3677390D1}" type="slidenum">
              <a:rPr lang="en-IN" smtClean="0"/>
              <a:t>‹#›</a:t>
            </a:fld>
            <a:endParaRPr lang="en-IN"/>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50925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A2325F-546B-49D5-B2A3-127B5E17E6E3}" type="datetimeFigureOut">
              <a:rPr lang="en-IN" smtClean="0"/>
              <a:t>27-11-2024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CF367-FD27-4A30-ADDC-32A3677390D1}" type="slidenum">
              <a:rPr lang="en-IN" smtClean="0"/>
              <a:t>‹#›</a:t>
            </a:fld>
            <a:endParaRPr lang="en-IN"/>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60504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5A2325F-546B-49D5-B2A3-127B5E17E6E3}" type="datetimeFigureOut">
              <a:rPr lang="en-IN" smtClean="0"/>
              <a:t>27-11-2024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0CF367-FD27-4A30-ADDC-32A3677390D1}" type="slidenum">
              <a:rPr lang="en-IN" smtClean="0"/>
              <a:t>‹#›</a:t>
            </a:fld>
            <a:endParaRPr lang="en-IN"/>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3085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A2325F-546B-49D5-B2A3-127B5E17E6E3}" type="datetimeFigureOut">
              <a:rPr lang="en-IN" smtClean="0"/>
              <a:t>27-11-2024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0CF367-FD27-4A30-ADDC-32A3677390D1}" type="slidenum">
              <a:rPr lang="en-IN" smtClean="0"/>
              <a:t>‹#›</a:t>
            </a:fld>
            <a:endParaRPr lang="en-IN"/>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13175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A2325F-546B-49D5-B2A3-127B5E17E6E3}" type="datetimeFigureOut">
              <a:rPr lang="en-IN" smtClean="0"/>
              <a:t>27-11-2024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0CF367-FD27-4A30-ADDC-32A3677390D1}" type="slidenum">
              <a:rPr lang="en-IN" smtClean="0"/>
              <a:t>‹#›</a:t>
            </a:fld>
            <a:endParaRPr lang="en-IN"/>
          </a:p>
        </p:txBody>
      </p:sp>
    </p:spTree>
    <p:extLst>
      <p:ext uri="{BB962C8B-B14F-4D97-AF65-F5344CB8AC3E}">
        <p14:creationId xmlns:p14="http://schemas.microsoft.com/office/powerpoint/2010/main" val="1061551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A2325F-546B-49D5-B2A3-127B5E17E6E3}" type="datetimeFigureOut">
              <a:rPr lang="en-IN" smtClean="0"/>
              <a:t>27-11-2024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CF367-FD27-4A30-ADDC-32A3677390D1}" type="slidenum">
              <a:rPr lang="en-IN" smtClean="0"/>
              <a:t>‹#›</a:t>
            </a:fld>
            <a:endParaRPr lang="en-IN"/>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14474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25A2325F-546B-49D5-B2A3-127B5E17E6E3}" type="datetimeFigureOut">
              <a:rPr lang="en-IN" smtClean="0"/>
              <a:t>27-11-2024</a:t>
            </a:fld>
            <a:endParaRPr lang="en-IN"/>
          </a:p>
        </p:txBody>
      </p:sp>
      <p:sp>
        <p:nvSpPr>
          <p:cNvPr id="6" name="Footer Placeholder 5"/>
          <p:cNvSpPr>
            <a:spLocks noGrp="1"/>
          </p:cNvSpPr>
          <p:nvPr>
            <p:ph type="ftr" sz="quarter" idx="11"/>
          </p:nvPr>
        </p:nvSpPr>
        <p:spPr>
          <a:xfrm>
            <a:off x="1534910" y="318640"/>
            <a:ext cx="5453475" cy="320931"/>
          </a:xfrm>
        </p:spPr>
        <p:txBody>
          <a:bodyPr/>
          <a:lstStyle/>
          <a:p>
            <a:endParaRPr lang="en-IN"/>
          </a:p>
        </p:txBody>
      </p:sp>
      <p:sp>
        <p:nvSpPr>
          <p:cNvPr id="7" name="Slide Number Placeholder 6"/>
          <p:cNvSpPr>
            <a:spLocks noGrp="1"/>
          </p:cNvSpPr>
          <p:nvPr>
            <p:ph type="sldNum" sz="quarter" idx="12"/>
          </p:nvPr>
        </p:nvSpPr>
        <p:spPr/>
        <p:txBody>
          <a:bodyPr/>
          <a:lstStyle/>
          <a:p>
            <a:fld id="{2A0CF367-FD27-4A30-ADDC-32A3677390D1}" type="slidenum">
              <a:rPr lang="en-IN" smtClean="0"/>
              <a:t>‹#›</a:t>
            </a:fld>
            <a:endParaRPr lang="en-IN"/>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35092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A2325F-546B-49D5-B2A3-127B5E17E6E3}" type="datetimeFigureOut">
              <a:rPr lang="en-IN" smtClean="0"/>
              <a:t>27-11-2024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CF367-FD27-4A30-ADDC-32A3677390D1}" type="slidenum">
              <a:rPr lang="en-IN" smtClean="0"/>
              <a:t>‹#›</a:t>
            </a:fld>
            <a:endParaRPr lang="en-IN"/>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6036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A2325F-546B-49D5-B2A3-127B5E17E6E3}" type="datetimeFigureOut">
              <a:rPr lang="en-IN" smtClean="0"/>
              <a:t>27-11-2024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CF367-FD27-4A30-ADDC-32A3677390D1}" type="slidenum">
              <a:rPr lang="en-IN" smtClean="0"/>
              <a:t>‹#›</a:t>
            </a:fld>
            <a:endParaRPr lang="en-IN"/>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68634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25A2325F-546B-49D5-B2A3-127B5E17E6E3}" type="datetimeFigureOut">
              <a:rPr lang="en-IN" smtClean="0"/>
              <a:t>27-11-2024</a:t>
            </a:fld>
            <a:endParaRPr lang="en-IN"/>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A0CF367-FD27-4A30-ADDC-32A3677390D1}" type="slidenum">
              <a:rPr lang="en-IN" smtClean="0"/>
              <a:t>‹#›</a:t>
            </a:fld>
            <a:endParaRPr lang="en-IN"/>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13059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6B0529-667D-4386-BEB9-04AA8165AA55}"/>
              </a:ext>
            </a:extLst>
          </p:cNvPr>
          <p:cNvSpPr>
            <a:spLocks noGrp="1"/>
          </p:cNvSpPr>
          <p:nvPr>
            <p:ph type="ctrTitle"/>
          </p:nvPr>
        </p:nvSpPr>
        <p:spPr/>
        <p:txBody>
          <a:bodyPr>
            <a:normAutofit/>
          </a:bodyPr>
          <a:lstStyle/>
          <a:p>
            <a:pPr algn="ctr"/>
            <a:r>
              <a:rPr lang="en-US" sz="3600" b="1" dirty="0"/>
              <a:t>B</a:t>
            </a:r>
            <a:r>
              <a:rPr lang="en-US" sz="3600" b="1" dirty="0" smtClean="0"/>
              <a:t>usiness letters</a:t>
            </a:r>
            <a:endParaRPr lang="en-IN" sz="3600" b="1" dirty="0"/>
          </a:p>
        </p:txBody>
      </p:sp>
      <p:sp>
        <p:nvSpPr>
          <p:cNvPr id="3" name="Subtitle 2">
            <a:extLst>
              <a:ext uri="{FF2B5EF4-FFF2-40B4-BE49-F238E27FC236}">
                <a16:creationId xmlns="" xmlns:a16="http://schemas.microsoft.com/office/drawing/2014/main" id="{7D751753-212F-4D5E-B32A-5EE7A191F3F3}"/>
              </a:ext>
            </a:extLst>
          </p:cNvPr>
          <p:cNvSpPr>
            <a:spLocks noGrp="1"/>
          </p:cNvSpPr>
          <p:nvPr>
            <p:ph type="subTitle" idx="1"/>
          </p:nvPr>
        </p:nvSpPr>
        <p:spPr/>
        <p:txBody>
          <a:bodyPr/>
          <a:lstStyle/>
          <a:p>
            <a:r>
              <a:rPr lang="en-US" dirty="0" smtClean="0"/>
              <a:t>SALES letter</a:t>
            </a:r>
            <a:r>
              <a:rPr lang="en-US" dirty="0" smtClean="0"/>
              <a:t>, order letter, inquiry letter and memo</a:t>
            </a:r>
            <a:endParaRPr lang="en-IN" dirty="0"/>
          </a:p>
        </p:txBody>
      </p:sp>
    </p:spTree>
    <p:extLst>
      <p:ext uri="{BB962C8B-B14F-4D97-AF65-F5344CB8AC3E}">
        <p14:creationId xmlns:p14="http://schemas.microsoft.com/office/powerpoint/2010/main" val="3587646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876923-798D-410F-93C1-7A467411FD30}"/>
              </a:ext>
            </a:extLst>
          </p:cNvPr>
          <p:cNvSpPr>
            <a:spLocks noGrp="1"/>
          </p:cNvSpPr>
          <p:nvPr>
            <p:ph type="title"/>
          </p:nvPr>
        </p:nvSpPr>
        <p:spPr/>
        <p:txBody>
          <a:bodyPr/>
          <a:lstStyle/>
          <a:p>
            <a:r>
              <a:rPr lang="en-IN" dirty="0"/>
              <a:t>Basic Structure of Business  Letter</a:t>
            </a:r>
          </a:p>
        </p:txBody>
      </p:sp>
      <p:sp>
        <p:nvSpPr>
          <p:cNvPr id="3" name="Content Placeholder 2">
            <a:extLst>
              <a:ext uri="{FF2B5EF4-FFF2-40B4-BE49-F238E27FC236}">
                <a16:creationId xmlns="" xmlns:a16="http://schemas.microsoft.com/office/drawing/2014/main" id="{086378C0-D234-4997-B145-62DAFA22F630}"/>
              </a:ext>
            </a:extLst>
          </p:cNvPr>
          <p:cNvSpPr>
            <a:spLocks noGrp="1"/>
          </p:cNvSpPr>
          <p:nvPr>
            <p:ph idx="1"/>
          </p:nvPr>
        </p:nvSpPr>
        <p:spPr/>
        <p:txBody>
          <a:bodyPr>
            <a:normAutofit fontScale="92500" lnSpcReduction="20000"/>
          </a:bodyPr>
          <a:lstStyle/>
          <a:p>
            <a:r>
              <a:rPr lang="en-US" dirty="0"/>
              <a:t>Heading/Sender's Address</a:t>
            </a:r>
          </a:p>
          <a:p>
            <a:r>
              <a:rPr lang="en-US" dirty="0"/>
              <a:t>Date</a:t>
            </a:r>
          </a:p>
          <a:p>
            <a:r>
              <a:rPr lang="en-US" dirty="0"/>
              <a:t>Inside Address</a:t>
            </a:r>
          </a:p>
          <a:p>
            <a:r>
              <a:rPr lang="en-US" dirty="0"/>
              <a:t>Subject Line</a:t>
            </a:r>
          </a:p>
          <a:p>
            <a:r>
              <a:rPr lang="en-US" dirty="0"/>
              <a:t>Salutation</a:t>
            </a:r>
          </a:p>
          <a:p>
            <a:r>
              <a:rPr lang="en-US" dirty="0"/>
              <a:t>Body</a:t>
            </a:r>
          </a:p>
          <a:p>
            <a:r>
              <a:rPr lang="en-US" dirty="0"/>
              <a:t>Closing</a:t>
            </a:r>
          </a:p>
          <a:p>
            <a:r>
              <a:rPr lang="en-US" dirty="0"/>
              <a:t>Signature line</a:t>
            </a:r>
          </a:p>
          <a:p>
            <a:endParaRPr lang="en-IN" dirty="0"/>
          </a:p>
        </p:txBody>
      </p:sp>
    </p:spTree>
    <p:extLst>
      <p:ext uri="{BB962C8B-B14F-4D97-AF65-F5344CB8AC3E}">
        <p14:creationId xmlns:p14="http://schemas.microsoft.com/office/powerpoint/2010/main" val="4259412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529E4F-909C-4D19-9761-A20498E56780}"/>
              </a:ext>
            </a:extLst>
          </p:cNvPr>
          <p:cNvSpPr>
            <a:spLocks noGrp="1"/>
          </p:cNvSpPr>
          <p:nvPr>
            <p:ph type="title"/>
          </p:nvPr>
        </p:nvSpPr>
        <p:spPr>
          <a:xfrm>
            <a:off x="1534696" y="804520"/>
            <a:ext cx="9520158" cy="423780"/>
          </a:xfrm>
        </p:spPr>
        <p:txBody>
          <a:bodyPr>
            <a:normAutofit fontScale="90000"/>
          </a:bodyPr>
          <a:lstStyle/>
          <a:p>
            <a:r>
              <a:rPr lang="en-IN" dirty="0"/>
              <a:t>LAYOUT OF BUSINESS LETTER</a:t>
            </a:r>
          </a:p>
        </p:txBody>
      </p:sp>
      <p:sp>
        <p:nvSpPr>
          <p:cNvPr id="3" name="Content Placeholder 2">
            <a:extLst>
              <a:ext uri="{FF2B5EF4-FFF2-40B4-BE49-F238E27FC236}">
                <a16:creationId xmlns="" xmlns:a16="http://schemas.microsoft.com/office/drawing/2014/main" id="{76262EC8-2C85-4ECF-B916-A5F8EA054A2D}"/>
              </a:ext>
            </a:extLst>
          </p:cNvPr>
          <p:cNvSpPr>
            <a:spLocks noGrp="1"/>
          </p:cNvSpPr>
          <p:nvPr>
            <p:ph idx="1"/>
          </p:nvPr>
        </p:nvSpPr>
        <p:spPr>
          <a:xfrm>
            <a:off x="1534696" y="1624084"/>
            <a:ext cx="10379800" cy="4121623"/>
          </a:xfrm>
        </p:spPr>
        <p:txBody>
          <a:bodyPr>
            <a:normAutofit/>
          </a:bodyPr>
          <a:lstStyle/>
          <a:p>
            <a:pPr algn="just"/>
            <a:r>
              <a:rPr lang="en-US" b="1" dirty="0"/>
              <a:t>Suitable and correct layout enhances the overall effectiveness of any letter. </a:t>
            </a:r>
          </a:p>
          <a:p>
            <a:pPr algn="just"/>
            <a:r>
              <a:rPr lang="en-US" b="1" dirty="0"/>
              <a:t>The layout helps to arrange all the elements of a formal letter in an organized manner. </a:t>
            </a:r>
          </a:p>
          <a:p>
            <a:pPr algn="just"/>
            <a:r>
              <a:rPr lang="en-US" b="1" dirty="0"/>
              <a:t>Although the basic parts of a letter have remained the same for centuries, the layouts have changed to quite an extent. </a:t>
            </a:r>
          </a:p>
          <a:p>
            <a:pPr algn="just"/>
            <a:r>
              <a:rPr lang="en-US" b="1" dirty="0"/>
              <a:t>Sometimes an organization adopts a certain format as its policy; sometimes the individual letter writer is allowed to choose the format most appropriate for a given letter or to settle on a personal preference. In general, two major letter layouts are widely used.</a:t>
            </a:r>
          </a:p>
          <a:p>
            <a:endParaRPr lang="en-IN" b="1" dirty="0"/>
          </a:p>
        </p:txBody>
      </p:sp>
    </p:spTree>
    <p:extLst>
      <p:ext uri="{BB962C8B-B14F-4D97-AF65-F5344CB8AC3E}">
        <p14:creationId xmlns:p14="http://schemas.microsoft.com/office/powerpoint/2010/main" val="3025532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915F247-4B4B-46AD-99EB-E0DE2BC9AC44}"/>
              </a:ext>
            </a:extLst>
          </p:cNvPr>
          <p:cNvSpPr>
            <a:spLocks noGrp="1"/>
          </p:cNvSpPr>
          <p:nvPr>
            <p:ph type="title"/>
          </p:nvPr>
        </p:nvSpPr>
        <p:spPr/>
        <p:txBody>
          <a:bodyPr/>
          <a:lstStyle/>
          <a:p>
            <a:r>
              <a:rPr lang="en-IN" dirty="0"/>
              <a:t>Block layout</a:t>
            </a:r>
            <a:br>
              <a:rPr lang="en-IN" dirty="0"/>
            </a:br>
            <a:endParaRPr lang="en-IN" dirty="0"/>
          </a:p>
        </p:txBody>
      </p:sp>
      <p:sp>
        <p:nvSpPr>
          <p:cNvPr id="3" name="Content Placeholder 2">
            <a:extLst>
              <a:ext uri="{FF2B5EF4-FFF2-40B4-BE49-F238E27FC236}">
                <a16:creationId xmlns="" xmlns:a16="http://schemas.microsoft.com/office/drawing/2014/main" id="{6E769506-AD31-44F0-AF97-14B4AA68B2CB}"/>
              </a:ext>
            </a:extLst>
          </p:cNvPr>
          <p:cNvSpPr>
            <a:spLocks noGrp="1"/>
          </p:cNvSpPr>
          <p:nvPr>
            <p:ph idx="1"/>
          </p:nvPr>
        </p:nvSpPr>
        <p:spPr/>
        <p:txBody>
          <a:bodyPr/>
          <a:lstStyle/>
          <a:p>
            <a:pPr algn="just"/>
            <a:r>
              <a:rPr lang="en-US" sz="2400" b="1" dirty="0"/>
              <a:t>The block layout, also known as the complete block layout is extremely popular as it makes the letter look attractive, elegant, and efficient. </a:t>
            </a:r>
          </a:p>
          <a:p>
            <a:pPr algn="just"/>
            <a:endParaRPr lang="en-US" sz="2400" b="1" dirty="0"/>
          </a:p>
          <a:p>
            <a:pPr algn="just"/>
            <a:r>
              <a:rPr lang="en-US" sz="2400" b="1" dirty="0"/>
              <a:t>The main characteristic of this layout is that all elements except the letterhead heading are aligned to the left margin</a:t>
            </a:r>
          </a:p>
          <a:p>
            <a:pPr algn="just"/>
            <a:endParaRPr lang="en-IN" dirty="0"/>
          </a:p>
        </p:txBody>
      </p:sp>
    </p:spTree>
    <p:extLst>
      <p:ext uri="{BB962C8B-B14F-4D97-AF65-F5344CB8AC3E}">
        <p14:creationId xmlns:p14="http://schemas.microsoft.com/office/powerpoint/2010/main" val="644464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 xmlns:a16="http://schemas.microsoft.com/office/drawing/2014/main" id="{A3B529DB-2F09-4D88-940E-0A67CD8E4F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1815" y="0"/>
            <a:ext cx="577300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850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F575D17-BFD3-45C9-A654-B497D4785EFF}"/>
              </a:ext>
            </a:extLst>
          </p:cNvPr>
          <p:cNvSpPr>
            <a:spLocks noGrp="1"/>
          </p:cNvSpPr>
          <p:nvPr>
            <p:ph type="title"/>
          </p:nvPr>
        </p:nvSpPr>
        <p:spPr/>
        <p:txBody>
          <a:bodyPr/>
          <a:lstStyle/>
          <a:p>
            <a:r>
              <a:rPr lang="en-IN" dirty="0"/>
              <a:t>Modified Block layout</a:t>
            </a:r>
          </a:p>
        </p:txBody>
      </p:sp>
      <p:sp>
        <p:nvSpPr>
          <p:cNvPr id="3" name="Content Placeholder 2">
            <a:extLst>
              <a:ext uri="{FF2B5EF4-FFF2-40B4-BE49-F238E27FC236}">
                <a16:creationId xmlns="" xmlns:a16="http://schemas.microsoft.com/office/drawing/2014/main" id="{F74DA47A-02E6-4B79-B1A0-DF4F56CF80B0}"/>
              </a:ext>
            </a:extLst>
          </p:cNvPr>
          <p:cNvSpPr>
            <a:spLocks noGrp="1"/>
          </p:cNvSpPr>
          <p:nvPr>
            <p:ph idx="1"/>
          </p:nvPr>
        </p:nvSpPr>
        <p:spPr>
          <a:xfrm>
            <a:off x="1534696" y="1853754"/>
            <a:ext cx="9520158" cy="3612591"/>
          </a:xfrm>
        </p:spPr>
        <p:txBody>
          <a:bodyPr/>
          <a:lstStyle/>
          <a:p>
            <a:pPr algn="just"/>
            <a:r>
              <a:rPr lang="en-US" b="1" dirty="0"/>
              <a:t>The modified block format differs from the block format in the positioning of certain elements: </a:t>
            </a:r>
          </a:p>
          <a:p>
            <a:pPr algn="just"/>
            <a:r>
              <a:rPr lang="en-US" b="1" dirty="0"/>
              <a:t>The heading is center aligned whereas the dateline, complimentary close, and signature block are right-aligned. </a:t>
            </a:r>
          </a:p>
          <a:p>
            <a:pPr algn="just"/>
            <a:r>
              <a:rPr lang="en-US" b="1" dirty="0"/>
              <a:t>Although organizations seem to prefer the full block format, the modified block is also acceptable. The modified block’s appearance is often considered to be more balanced and traditional.</a:t>
            </a:r>
            <a:endParaRPr lang="en-IN" b="1" dirty="0"/>
          </a:p>
        </p:txBody>
      </p:sp>
    </p:spTree>
    <p:extLst>
      <p:ext uri="{BB962C8B-B14F-4D97-AF65-F5344CB8AC3E}">
        <p14:creationId xmlns:p14="http://schemas.microsoft.com/office/powerpoint/2010/main" val="1374202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0075" y="3175"/>
            <a:ext cx="5907088" cy="6520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6726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Sales Letter</a:t>
            </a:r>
            <a:endParaRPr lang="en-IN" dirty="0"/>
          </a:p>
        </p:txBody>
      </p:sp>
      <p:sp>
        <p:nvSpPr>
          <p:cNvPr id="5" name="Content Placeholder 4"/>
          <p:cNvSpPr>
            <a:spLocks noGrp="1"/>
          </p:cNvSpPr>
          <p:nvPr>
            <p:ph idx="1"/>
          </p:nvPr>
        </p:nvSpPr>
        <p:spPr/>
        <p:txBody>
          <a:bodyPr/>
          <a:lstStyle/>
          <a:p>
            <a:pPr algn="just"/>
            <a:r>
              <a:rPr lang="en-US" sz="3200" dirty="0"/>
              <a:t>These letters are meant to present a new product or service to </a:t>
            </a:r>
            <a:r>
              <a:rPr lang="en-US" sz="3200" dirty="0" smtClean="0"/>
              <a:t>the company’s </a:t>
            </a:r>
            <a:r>
              <a:rPr lang="en-US" sz="3200" dirty="0"/>
              <a:t>client or customer</a:t>
            </a:r>
            <a:r>
              <a:rPr lang="en-US" sz="3200" dirty="0" smtClean="0"/>
              <a:t>.</a:t>
            </a:r>
            <a:endParaRPr lang="en-US" sz="3200" dirty="0"/>
          </a:p>
          <a:p>
            <a:pPr algn="just"/>
            <a:r>
              <a:rPr lang="en-US" sz="3200" dirty="0"/>
              <a:t>Sales personnel use these letters to contact prospective buyers </a:t>
            </a:r>
            <a:r>
              <a:rPr lang="en-US" sz="3200" dirty="0" smtClean="0"/>
              <a:t>and also </a:t>
            </a:r>
            <a:r>
              <a:rPr lang="en-US" sz="3200" dirty="0"/>
              <a:t>to strengthen their terms with long-term clients.</a:t>
            </a:r>
            <a:endParaRPr lang="en-IN" sz="3200" dirty="0"/>
          </a:p>
        </p:txBody>
      </p:sp>
    </p:spTree>
    <p:extLst>
      <p:ext uri="{BB962C8B-B14F-4D97-AF65-F5344CB8AC3E}">
        <p14:creationId xmlns:p14="http://schemas.microsoft.com/office/powerpoint/2010/main" val="2073461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7975" y="272955"/>
            <a:ext cx="9029700" cy="6059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2479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Inquiry Letter</a:t>
            </a:r>
            <a:endParaRPr lang="en-IN" dirty="0"/>
          </a:p>
        </p:txBody>
      </p:sp>
      <p:sp>
        <p:nvSpPr>
          <p:cNvPr id="3" name="Content Placeholder 2"/>
          <p:cNvSpPr>
            <a:spLocks noGrp="1"/>
          </p:cNvSpPr>
          <p:nvPr>
            <p:ph idx="1"/>
          </p:nvPr>
        </p:nvSpPr>
        <p:spPr/>
        <p:txBody>
          <a:bodyPr>
            <a:normAutofit lnSpcReduction="10000"/>
          </a:bodyPr>
          <a:lstStyle/>
          <a:p>
            <a:pPr algn="just"/>
            <a:r>
              <a:rPr lang="en-US" sz="3200" dirty="0"/>
              <a:t>Generally, a client or customer writes this letter and sends it to </a:t>
            </a:r>
            <a:r>
              <a:rPr lang="en-US" sz="3200" dirty="0" smtClean="0"/>
              <a:t>the organization </a:t>
            </a:r>
            <a:r>
              <a:rPr lang="en-US" sz="3200" dirty="0"/>
              <a:t>to ask for details or seek clarifications about the goods</a:t>
            </a:r>
            <a:r>
              <a:rPr lang="en-US" sz="3200" dirty="0" smtClean="0"/>
              <a:t>.</a:t>
            </a:r>
            <a:endParaRPr lang="en-US" sz="3200" dirty="0"/>
          </a:p>
          <a:p>
            <a:pPr algn="just"/>
            <a:r>
              <a:rPr lang="en-US" sz="3200" dirty="0"/>
              <a:t>This will include their quality, quantity, rates, size, delivery </a:t>
            </a:r>
            <a:r>
              <a:rPr lang="en-US" sz="3200" dirty="0" smtClean="0"/>
              <a:t>charges, discount </a:t>
            </a:r>
            <a:r>
              <a:rPr lang="en-US" sz="3200" dirty="0"/>
              <a:t>rates, packing, time of delivery and other terms </a:t>
            </a:r>
            <a:r>
              <a:rPr lang="en-US" sz="3200" dirty="0" smtClean="0"/>
              <a:t>and conditions</a:t>
            </a:r>
            <a:r>
              <a:rPr lang="en-US" dirty="0"/>
              <a:t>.</a:t>
            </a:r>
            <a:endParaRPr lang="en-IN" dirty="0"/>
          </a:p>
        </p:txBody>
      </p:sp>
    </p:spTree>
    <p:extLst>
      <p:ext uri="{BB962C8B-B14F-4D97-AF65-F5344CB8AC3E}">
        <p14:creationId xmlns:p14="http://schemas.microsoft.com/office/powerpoint/2010/main" val="4065852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7388" y="150125"/>
            <a:ext cx="5730875" cy="6509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1583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Order letter</a:t>
            </a:r>
            <a:endParaRPr lang="en-IN" dirty="0"/>
          </a:p>
        </p:txBody>
      </p:sp>
      <p:sp>
        <p:nvSpPr>
          <p:cNvPr id="3" name="Content Placeholder 2"/>
          <p:cNvSpPr>
            <a:spLocks noGrp="1"/>
          </p:cNvSpPr>
          <p:nvPr>
            <p:ph idx="1"/>
          </p:nvPr>
        </p:nvSpPr>
        <p:spPr/>
        <p:txBody>
          <a:bodyPr>
            <a:normAutofit/>
          </a:bodyPr>
          <a:lstStyle/>
          <a:p>
            <a:pPr algn="just"/>
            <a:r>
              <a:rPr lang="en-US" sz="2800" dirty="0"/>
              <a:t>As the name suggests, businesses use order letters to place orders for products or services from a vendor or supplier. </a:t>
            </a:r>
          </a:p>
          <a:p>
            <a:pPr algn="just"/>
            <a:r>
              <a:rPr lang="en-US" sz="2800" dirty="0"/>
              <a:t>So, the motive for writing this letter is buying of materials</a:t>
            </a:r>
            <a:endParaRPr lang="en-IN" sz="2800" dirty="0"/>
          </a:p>
        </p:txBody>
      </p:sp>
    </p:spTree>
    <p:extLst>
      <p:ext uri="{BB962C8B-B14F-4D97-AF65-F5344CB8AC3E}">
        <p14:creationId xmlns:p14="http://schemas.microsoft.com/office/powerpoint/2010/main" val="794798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273050"/>
            <a:ext cx="8083550" cy="631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1519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a:t>
            </a:r>
            <a:endParaRPr lang="en-IN" dirty="0"/>
          </a:p>
        </p:txBody>
      </p:sp>
      <p:sp>
        <p:nvSpPr>
          <p:cNvPr id="3" name="Content Placeholder 2"/>
          <p:cNvSpPr>
            <a:spLocks noGrp="1"/>
          </p:cNvSpPr>
          <p:nvPr>
            <p:ph idx="1"/>
          </p:nvPr>
        </p:nvSpPr>
        <p:spPr>
          <a:xfrm>
            <a:off x="1534696" y="2015732"/>
            <a:ext cx="10216026" cy="4139408"/>
          </a:xfrm>
        </p:spPr>
        <p:txBody>
          <a:bodyPr>
            <a:noAutofit/>
          </a:bodyPr>
          <a:lstStyle/>
          <a:p>
            <a:pPr algn="just"/>
            <a:r>
              <a:rPr lang="en-US" sz="2400" dirty="0"/>
              <a:t>There are many types and tools for official communication each suited to specific situations. One such popular form of communication is a </a:t>
            </a:r>
            <a:r>
              <a:rPr lang="en-US" sz="2400" dirty="0" smtClean="0"/>
              <a:t>memo.</a:t>
            </a:r>
          </a:p>
          <a:p>
            <a:pPr algn="just"/>
            <a:r>
              <a:rPr lang="en-US" sz="2400" dirty="0"/>
              <a:t>A memo is actually short for Memorandum. </a:t>
            </a:r>
            <a:endParaRPr lang="en-US" sz="2400" dirty="0" smtClean="0"/>
          </a:p>
          <a:p>
            <a:pPr algn="just"/>
            <a:r>
              <a:rPr lang="en-US" sz="2400" dirty="0" smtClean="0"/>
              <a:t>It </a:t>
            </a:r>
            <a:r>
              <a:rPr lang="en-US" sz="2400" dirty="0"/>
              <a:t>is one of the most used means of official communication in the business world. Its main purpose is to serve as a reminder or to give some instructions. </a:t>
            </a:r>
            <a:endParaRPr lang="en-US" sz="2400" dirty="0" smtClean="0"/>
          </a:p>
          <a:p>
            <a:pPr algn="just"/>
            <a:r>
              <a:rPr lang="en-US" sz="2400" dirty="0" smtClean="0"/>
              <a:t>Again </a:t>
            </a:r>
            <a:r>
              <a:rPr lang="en-US" sz="2400" dirty="0"/>
              <a:t>these like circulars are a means of mass communication, i.e. to communicate with a large number of people within the organization.</a:t>
            </a:r>
            <a:endParaRPr lang="en-IN" sz="2400" dirty="0"/>
          </a:p>
        </p:txBody>
      </p:sp>
    </p:spTree>
    <p:extLst>
      <p:ext uri="{BB962C8B-B14F-4D97-AF65-F5344CB8AC3E}">
        <p14:creationId xmlns:p14="http://schemas.microsoft.com/office/powerpoint/2010/main" val="2331917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idx="1"/>
          </p:nvPr>
        </p:nvSpPr>
        <p:spPr/>
        <p:txBody>
          <a:bodyPr/>
          <a:lstStyle/>
          <a:p>
            <a:pPr algn="just"/>
            <a:r>
              <a:rPr lang="en-US" sz="2400" dirty="0"/>
              <a:t>A business memo is a formal written message, written in a conversational form for someone within the </a:t>
            </a:r>
            <a:r>
              <a:rPr lang="en-US" sz="2400" dirty="0" err="1"/>
              <a:t>organisation</a:t>
            </a:r>
            <a:r>
              <a:rPr lang="en-US" sz="2400" dirty="0"/>
              <a:t> to meet a specific need.</a:t>
            </a:r>
          </a:p>
          <a:p>
            <a:pPr algn="just"/>
            <a:r>
              <a:rPr lang="en-US" sz="2400" dirty="0"/>
              <a:t>It is a form of dialogue, where the writer wants to say something and expects a response to the message.</a:t>
            </a:r>
          </a:p>
          <a:p>
            <a:pPr algn="just"/>
            <a:r>
              <a:rPr lang="en-US" sz="2400" dirty="0"/>
              <a:t>It is an important means of internal communication used to send information inside an </a:t>
            </a:r>
            <a:r>
              <a:rPr lang="en-US" sz="2400" dirty="0" err="1"/>
              <a:t>organisation</a:t>
            </a:r>
            <a:r>
              <a:rPr lang="en-US" sz="2400" dirty="0"/>
              <a:t>.</a:t>
            </a:r>
          </a:p>
          <a:p>
            <a:pPr algn="just"/>
            <a:endParaRPr lang="en-IN" dirty="0"/>
          </a:p>
        </p:txBody>
      </p:sp>
    </p:spTree>
    <p:extLst>
      <p:ext uri="{BB962C8B-B14F-4D97-AF65-F5344CB8AC3E}">
        <p14:creationId xmlns:p14="http://schemas.microsoft.com/office/powerpoint/2010/main" val="325154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Letters Versus Memos</a:t>
            </a:r>
          </a:p>
        </p:txBody>
      </p:sp>
      <p:sp>
        <p:nvSpPr>
          <p:cNvPr id="3" name="Content Placeholder 2"/>
          <p:cNvSpPr>
            <a:spLocks noGrp="1"/>
          </p:cNvSpPr>
          <p:nvPr>
            <p:ph idx="1"/>
          </p:nvPr>
        </p:nvSpPr>
        <p:spPr>
          <a:xfrm>
            <a:off x="1534696" y="2015732"/>
            <a:ext cx="10216026" cy="4344125"/>
          </a:xfrm>
        </p:spPr>
        <p:txBody>
          <a:bodyPr>
            <a:normAutofit fontScale="92500"/>
          </a:bodyPr>
          <a:lstStyle/>
          <a:p>
            <a:pPr algn="just"/>
            <a:r>
              <a:rPr lang="en-US" sz="2400" dirty="0"/>
              <a:t>Unlike letters, which are used as a means to reach out to people outside an </a:t>
            </a:r>
            <a:r>
              <a:rPr lang="en-US" sz="2400" dirty="0" err="1"/>
              <a:t>organisation</a:t>
            </a:r>
            <a:r>
              <a:rPr lang="en-US" sz="2400" dirty="0"/>
              <a:t>, memos are used to send information inside an </a:t>
            </a:r>
            <a:r>
              <a:rPr lang="en-US" sz="2400" dirty="0" err="1" smtClean="0"/>
              <a:t>organisation</a:t>
            </a:r>
            <a:r>
              <a:rPr lang="en-US" sz="2400" dirty="0" smtClean="0"/>
              <a:t>.</a:t>
            </a:r>
          </a:p>
          <a:p>
            <a:pPr algn="just"/>
            <a:r>
              <a:rPr lang="en-US" sz="2400" dirty="0" smtClean="0"/>
              <a:t>A </a:t>
            </a:r>
            <a:r>
              <a:rPr lang="en-US" sz="2400" dirty="0"/>
              <a:t>memo is written in a specific format, which is different from the letter format.</a:t>
            </a:r>
          </a:p>
          <a:p>
            <a:pPr algn="just"/>
            <a:r>
              <a:rPr lang="en-US" sz="2400" dirty="0"/>
              <a:t>Memos are less formal than letters. </a:t>
            </a:r>
          </a:p>
          <a:p>
            <a:pPr algn="just"/>
            <a:r>
              <a:rPr lang="en-US" sz="2400" dirty="0"/>
              <a:t>Memos are less structured than letters. </a:t>
            </a:r>
          </a:p>
          <a:p>
            <a:pPr algn="just"/>
            <a:r>
              <a:rPr lang="en-US" sz="2400" dirty="0"/>
              <a:t>The tone of memo is more conversational than that of a letter. </a:t>
            </a:r>
          </a:p>
          <a:p>
            <a:pPr algn="just"/>
            <a:r>
              <a:rPr lang="en-US" sz="2400" dirty="0"/>
              <a:t>Memos contain less background explanation and information than letters.</a:t>
            </a:r>
          </a:p>
          <a:p>
            <a:pPr algn="just"/>
            <a:endParaRPr lang="en-IN" dirty="0"/>
          </a:p>
        </p:txBody>
      </p:sp>
    </p:spTree>
    <p:extLst>
      <p:ext uri="{BB962C8B-B14F-4D97-AF65-F5344CB8AC3E}">
        <p14:creationId xmlns:p14="http://schemas.microsoft.com/office/powerpoint/2010/main" val="2532713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Format of a Memo</a:t>
            </a:r>
            <a:endParaRPr lang="en-IN" dirty="0"/>
          </a:p>
        </p:txBody>
      </p:sp>
      <p:sp>
        <p:nvSpPr>
          <p:cNvPr id="3" name="Content Placeholder 2"/>
          <p:cNvSpPr>
            <a:spLocks noGrp="1"/>
          </p:cNvSpPr>
          <p:nvPr>
            <p:ph idx="1"/>
          </p:nvPr>
        </p:nvSpPr>
        <p:spPr>
          <a:xfrm>
            <a:off x="1534696" y="2015732"/>
            <a:ext cx="9984014" cy="3450613"/>
          </a:xfrm>
        </p:spPr>
        <p:txBody>
          <a:bodyPr/>
          <a:lstStyle/>
          <a:p>
            <a:pPr algn="just"/>
            <a:r>
              <a:rPr lang="en-US" b="1" dirty="0"/>
              <a:t>Heading</a:t>
            </a:r>
            <a:r>
              <a:rPr lang="en-US" dirty="0"/>
              <a:t>: After the name and address of the company (which is on the letterhead) we type the word “Memo’ or ‘Memorandum’ at the top of the page in the center.</a:t>
            </a:r>
          </a:p>
          <a:p>
            <a:pPr algn="just"/>
            <a:r>
              <a:rPr lang="en-US" b="1" dirty="0"/>
              <a:t>Recipient</a:t>
            </a:r>
            <a:r>
              <a:rPr lang="en-US" dirty="0"/>
              <a:t>: Address the recipients in the correct format, Example -‘ To: All Employees of the Sale Division’</a:t>
            </a:r>
          </a:p>
          <a:p>
            <a:pPr algn="just"/>
            <a:r>
              <a:rPr lang="en-US" b="1" dirty="0"/>
              <a:t>Writer</a:t>
            </a:r>
            <a:r>
              <a:rPr lang="en-US" dirty="0"/>
              <a:t>: Write the name of the person writing the memo, Example – ‘From: Mr. ABC, Head of Sales</a:t>
            </a:r>
            <a:r>
              <a:rPr lang="en-US" dirty="0" smtClean="0"/>
              <a:t>’</a:t>
            </a:r>
          </a:p>
          <a:p>
            <a:pPr algn="just"/>
            <a:r>
              <a:rPr lang="en-US" b="1" dirty="0"/>
              <a:t>Additional Recipients</a:t>
            </a:r>
            <a:r>
              <a:rPr lang="en-US" dirty="0"/>
              <a:t>: These are the people who will receive a courtesy copy of the memo. We don’t address the memos to them, but we keep them in the loop.</a:t>
            </a:r>
            <a:endParaRPr lang="en-IN" dirty="0"/>
          </a:p>
        </p:txBody>
      </p:sp>
    </p:spTree>
    <p:extLst>
      <p:ext uri="{BB962C8B-B14F-4D97-AF65-F5344CB8AC3E}">
        <p14:creationId xmlns:p14="http://schemas.microsoft.com/office/powerpoint/2010/main" val="3786554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idx="1"/>
          </p:nvPr>
        </p:nvSpPr>
        <p:spPr>
          <a:xfrm>
            <a:off x="1534696" y="1815152"/>
            <a:ext cx="9902128" cy="4258102"/>
          </a:xfrm>
        </p:spPr>
        <p:txBody>
          <a:bodyPr>
            <a:normAutofit/>
          </a:bodyPr>
          <a:lstStyle/>
          <a:p>
            <a:pPr algn="just"/>
            <a:r>
              <a:rPr lang="en-US" sz="2200" b="1" dirty="0"/>
              <a:t>Date:</a:t>
            </a:r>
            <a:r>
              <a:rPr lang="en-US" sz="2200" dirty="0"/>
              <a:t> The date of writing the memos is an important detail that one must include.</a:t>
            </a:r>
          </a:p>
          <a:p>
            <a:pPr algn="just"/>
            <a:r>
              <a:rPr lang="en-US" sz="2200" b="1" dirty="0"/>
              <a:t>Subject Line: </a:t>
            </a:r>
            <a:r>
              <a:rPr lang="en-US" sz="2200" dirty="0"/>
              <a:t>This will give the reader a brief idea about the information in the memos. The line must be brief, precise and to the point. Example – Subject: Meeting of all employees of the Sale Division.</a:t>
            </a:r>
          </a:p>
          <a:p>
            <a:pPr algn="just"/>
            <a:r>
              <a:rPr lang="en-US" sz="2200" b="1" dirty="0"/>
              <a:t>The body of a memo</a:t>
            </a:r>
            <a:r>
              <a:rPr lang="en-US" sz="2200" dirty="0"/>
              <a:t>: This is where all the information is contained. A formal salutation is not required in a memo. Just relay the necessary information with clarity and precision. The body must not be too long. The ending must restate the issue and end on a positive note.</a:t>
            </a:r>
            <a:endParaRPr lang="en-IN" sz="2200" dirty="0"/>
          </a:p>
        </p:txBody>
      </p:sp>
    </p:spTree>
    <p:extLst>
      <p:ext uri="{BB962C8B-B14F-4D97-AF65-F5344CB8AC3E}">
        <p14:creationId xmlns:p14="http://schemas.microsoft.com/office/powerpoint/2010/main" val="2466342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7999" y="612845"/>
            <a:ext cx="7529015" cy="5355312"/>
          </a:xfrm>
          <a:prstGeom prst="rect">
            <a:avLst/>
          </a:prstGeom>
        </p:spPr>
        <p:txBody>
          <a:bodyPr wrap="square">
            <a:spAutoFit/>
          </a:bodyPr>
          <a:lstStyle/>
          <a:p>
            <a:pPr algn="ctr"/>
            <a:r>
              <a:rPr lang="en-US" dirty="0"/>
              <a:t>MEMORANDUM</a:t>
            </a:r>
          </a:p>
          <a:p>
            <a:endParaRPr lang="en-US" dirty="0"/>
          </a:p>
          <a:p>
            <a:r>
              <a:rPr lang="en-US" dirty="0"/>
              <a:t>To: All Employees of the Accounting Department</a:t>
            </a:r>
          </a:p>
          <a:p>
            <a:endParaRPr lang="en-US" dirty="0"/>
          </a:p>
          <a:p>
            <a:r>
              <a:rPr lang="en-US" dirty="0"/>
              <a:t>From: Mr. XYZ, Head of Accounts</a:t>
            </a:r>
          </a:p>
          <a:p>
            <a:endParaRPr lang="en-US" dirty="0"/>
          </a:p>
          <a:p>
            <a:r>
              <a:rPr lang="en-US" dirty="0"/>
              <a:t>CC: Ms. ABC, HR Department</a:t>
            </a:r>
          </a:p>
          <a:p>
            <a:endParaRPr lang="en-US" dirty="0"/>
          </a:p>
          <a:p>
            <a:r>
              <a:rPr lang="en-US" dirty="0"/>
              <a:t>Date: 25 October 2018</a:t>
            </a:r>
          </a:p>
          <a:p>
            <a:endParaRPr lang="en-US" dirty="0"/>
          </a:p>
          <a:p>
            <a:r>
              <a:rPr lang="en-US" dirty="0"/>
              <a:t>Subject: Compulsory Training </a:t>
            </a:r>
            <a:r>
              <a:rPr lang="en-US" dirty="0" smtClean="0"/>
              <a:t>about </a:t>
            </a:r>
            <a:r>
              <a:rPr lang="en-US" dirty="0"/>
              <a:t>the New Software</a:t>
            </a:r>
          </a:p>
          <a:p>
            <a:endParaRPr lang="en-US" dirty="0"/>
          </a:p>
          <a:p>
            <a:pPr algn="just"/>
            <a:r>
              <a:rPr lang="en-US" dirty="0"/>
              <a:t>As you are all aware, we have recently adopted new accounting software at the company. The decision was taken to improve our accounting procedure and make it more time and cost efficient. A training seminar will be held on 5th November 2018 at 9 am to familiarize the staff with the new software. This is done to make the transition between the software as easy as possible. All employees of the department are required to attend.</a:t>
            </a:r>
            <a:endParaRPr lang="en-IN" dirty="0"/>
          </a:p>
        </p:txBody>
      </p:sp>
    </p:spTree>
    <p:extLst>
      <p:ext uri="{BB962C8B-B14F-4D97-AF65-F5344CB8AC3E}">
        <p14:creationId xmlns:p14="http://schemas.microsoft.com/office/powerpoint/2010/main" val="1002776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89110" y="3244334"/>
            <a:ext cx="5800299" cy="923330"/>
          </a:xfrm>
          <a:prstGeom prst="rect">
            <a:avLst/>
          </a:prstGeom>
        </p:spPr>
        <p:txBody>
          <a:bodyPr wrap="square">
            <a:spAutoFit/>
          </a:bodyPr>
          <a:lstStyle/>
          <a:p>
            <a:r>
              <a:rPr lang="en-IN" sz="5400" dirty="0"/>
              <a:t>Thank </a:t>
            </a:r>
            <a:r>
              <a:rPr lang="en-IN" sz="5400" dirty="0" smtClean="0"/>
              <a:t>You! </a:t>
            </a:r>
            <a:endParaRPr lang="en-IN" sz="5400" dirty="0"/>
          </a:p>
        </p:txBody>
      </p:sp>
    </p:spTree>
    <p:extLst>
      <p:ext uri="{BB962C8B-B14F-4D97-AF65-F5344CB8AC3E}">
        <p14:creationId xmlns:p14="http://schemas.microsoft.com/office/powerpoint/2010/main" val="218294379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 xmlns:thm15="http://schemas.microsoft.com/office/thememl/2012/main" name="Gallery" id="{BBFCD31E-59A1-489D-B089-A3EAD7CAE12E}" vid="{AC464412-510E-4F2B-8947-A0DDBD028997}"/>
    </a:ext>
  </a:extLst>
</a:theme>
</file>

<file path=docProps/app.xml><?xml version="1.0" encoding="utf-8"?>
<Properties xmlns="http://schemas.openxmlformats.org/officeDocument/2006/extended-properties" xmlns:vt="http://schemas.openxmlformats.org/officeDocument/2006/docPropsVTypes">
  <Template>Gallery</Template>
  <TotalTime>108</TotalTime>
  <Words>985</Words>
  <Application>Microsoft Office PowerPoint</Application>
  <PresentationFormat>Custom</PresentationFormat>
  <Paragraphs>72</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Gallery</vt:lpstr>
      <vt:lpstr>Business letters</vt:lpstr>
      <vt:lpstr>Basic Structure of Business  Letter</vt:lpstr>
      <vt:lpstr>LAYOUT OF BUSINESS LETTER</vt:lpstr>
      <vt:lpstr>Block layout </vt:lpstr>
      <vt:lpstr>PowerPoint Presentation</vt:lpstr>
      <vt:lpstr>Modified Block layout</vt:lpstr>
      <vt:lpstr>PowerPoint Presentation</vt:lpstr>
      <vt:lpstr>Sales Letter</vt:lpstr>
      <vt:lpstr>PowerPoint Presentation</vt:lpstr>
      <vt:lpstr>Inquiry Letter</vt:lpstr>
      <vt:lpstr>PowerPoint Presentation</vt:lpstr>
      <vt:lpstr>Order letter</vt:lpstr>
      <vt:lpstr>PowerPoint Presentation</vt:lpstr>
      <vt:lpstr>Memo</vt:lpstr>
      <vt:lpstr>Continue…</vt:lpstr>
      <vt:lpstr>Letters Versus Memos</vt:lpstr>
      <vt:lpstr>The Format of a Memo</vt:lpstr>
      <vt:lpstr>Continue..</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 of a business letter</dc:title>
  <dc:creator>unais kt</dc:creator>
  <cp:lastModifiedBy>unais kt</cp:lastModifiedBy>
  <cp:revision>14</cp:revision>
  <dcterms:created xsi:type="dcterms:W3CDTF">2023-06-13T08:13:42Z</dcterms:created>
  <dcterms:modified xsi:type="dcterms:W3CDTF">2024-11-27T13:00:01Z</dcterms:modified>
</cp:coreProperties>
</file>